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 Wednesday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 Wednesday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 Wednesday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 Wednesday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 Wednesday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 Wednesday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2025/6/4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2025/6/4 Wednesday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00075" y="552450"/>
            <a:ext cx="11039475" cy="56292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1638300" y="733425"/>
            <a:ext cx="0" cy="517207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57400" y="1228725"/>
            <a:ext cx="936307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8705849" y="1457325"/>
            <a:ext cx="2714626" cy="4371975"/>
            <a:chOff x="8705849" y="1457325"/>
            <a:chExt cx="2714626" cy="2486025"/>
          </a:xfrm>
        </p:grpSpPr>
        <p:sp>
          <p:nvSpPr>
            <p:cNvPr id="11" name="圆角矩形 10"/>
            <p:cNvSpPr/>
            <p:nvPr/>
          </p:nvSpPr>
          <p:spPr>
            <a:xfrm>
              <a:off x="8705850" y="1457325"/>
              <a:ext cx="2714625" cy="676275"/>
            </a:xfrm>
            <a:prstGeom prst="roundRect">
              <a:avLst/>
            </a:prstGeom>
            <a:solidFill>
              <a:schemeClr val="accent1">
                <a:alpha val="46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耗材区状态</a:t>
              </a:r>
              <a:endParaRPr lang="zh-CN" altLang="en-US" dirty="0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8705850" y="2362200"/>
              <a:ext cx="2714625" cy="676275"/>
            </a:xfrm>
            <a:prstGeom prst="roundRect">
              <a:avLst/>
            </a:prstGeom>
            <a:solidFill>
              <a:schemeClr val="accent1">
                <a:alpha val="43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/>
                <a:t>样品区状态</a:t>
              </a:r>
              <a:endParaRPr lang="zh-CN" altLang="en-US" dirty="0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8705849" y="3267075"/>
              <a:ext cx="2714625" cy="676275"/>
            </a:xfrm>
            <a:prstGeom prst="roundRect">
              <a:avLst/>
            </a:prstGeom>
            <a:solidFill>
              <a:schemeClr val="accent1">
                <a:alpha val="47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圆角矩形 14"/>
          <p:cNvSpPr/>
          <p:nvPr/>
        </p:nvSpPr>
        <p:spPr>
          <a:xfrm>
            <a:off x="1943099" y="1457325"/>
            <a:ext cx="6391275" cy="4371975"/>
          </a:xfrm>
          <a:prstGeom prst="roundRect">
            <a:avLst>
              <a:gd name="adj" fmla="val 8448"/>
            </a:avLst>
          </a:prstGeom>
          <a:solidFill>
            <a:schemeClr val="accent1">
              <a:alpha val="4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实时实验流程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676275" y="1272659"/>
            <a:ext cx="962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bg1"/>
                </a:solidFill>
              </a:rPr>
              <a:t>主界面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76275" y="1815584"/>
            <a:ext cx="962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bg1"/>
                </a:solidFill>
              </a:rPr>
              <a:t>设备参数配置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38174" y="2483589"/>
            <a:ext cx="962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bg1"/>
                </a:solidFill>
              </a:rPr>
              <a:t>实验参数配置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38174" y="3228558"/>
            <a:ext cx="962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bg1"/>
                </a:solidFill>
              </a:rPr>
              <a:t>补料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38174" y="3726358"/>
            <a:ext cx="962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bg1"/>
                </a:solidFill>
              </a:rPr>
              <a:t>取样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057400" y="733425"/>
            <a:ext cx="936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实验信息</a:t>
            </a:r>
          </a:p>
        </p:txBody>
      </p:sp>
    </p:spTree>
    <p:extLst>
      <p:ext uri="{BB962C8B-B14F-4D97-AF65-F5344CB8AC3E}">
        <p14:creationId xmlns:p14="http://schemas.microsoft.com/office/powerpoint/2010/main" val="1863428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V="1">
            <a:off x="190500" y="752475"/>
            <a:ext cx="11801475" cy="0"/>
          </a:xfrm>
          <a:prstGeom prst="line">
            <a:avLst/>
          </a:prstGeom>
          <a:ln w="57150" cmpd="thinThick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90499" y="111857"/>
            <a:ext cx="118014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002060"/>
                </a:solidFill>
              </a:rPr>
              <a:t>设备参数配置</a:t>
            </a:r>
            <a:endParaRPr lang="zh-CN" altLang="en-US" sz="2800" dirty="0">
              <a:solidFill>
                <a:srgbClr val="00206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9223" y="1163171"/>
            <a:ext cx="7010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分液储存区试剂设置</a:t>
            </a:r>
            <a:endParaRPr lang="en-US" altLang="zh-CN" dirty="0" smtClean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试剂瓶</a:t>
            </a:r>
            <a:r>
              <a:rPr lang="en-US" altLang="zh-CN" dirty="0" smtClean="0"/>
              <a:t>A</a:t>
            </a:r>
            <a:r>
              <a:rPr lang="zh-CN" altLang="en-US" dirty="0" smtClean="0"/>
              <a:t>：     </a:t>
            </a:r>
            <a:r>
              <a:rPr lang="en-US" altLang="zh-CN" dirty="0" smtClean="0"/>
              <a:t>xxx </a:t>
            </a:r>
            <a:r>
              <a:rPr lang="zh-CN" altLang="en-US" dirty="0" smtClean="0"/>
              <a:t>试剂；</a:t>
            </a:r>
            <a:endParaRPr lang="en-US" altLang="zh-CN" dirty="0" smtClean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试剂瓶</a:t>
            </a:r>
            <a:r>
              <a:rPr lang="en-US" altLang="zh-CN" dirty="0" smtClean="0"/>
              <a:t>B</a:t>
            </a:r>
            <a:r>
              <a:rPr lang="zh-CN" altLang="en-US" dirty="0" smtClean="0"/>
              <a:t>：    </a:t>
            </a:r>
            <a:r>
              <a:rPr lang="en-US" altLang="zh-CN" dirty="0" smtClean="0"/>
              <a:t>xxx</a:t>
            </a:r>
            <a:r>
              <a:rPr lang="zh-CN" altLang="en-US" dirty="0" smtClean="0"/>
              <a:t>试剂；</a:t>
            </a:r>
            <a:endParaRPr lang="en-US" altLang="zh-CN" dirty="0" smtClean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试剂瓶</a:t>
            </a:r>
            <a:r>
              <a:rPr lang="en-US" altLang="zh-CN" dirty="0" smtClean="0"/>
              <a:t>C</a:t>
            </a:r>
            <a:r>
              <a:rPr lang="zh-CN" altLang="en-US" dirty="0" smtClean="0"/>
              <a:t>：     </a:t>
            </a:r>
            <a:r>
              <a:rPr lang="en-US" altLang="zh-CN" dirty="0" smtClean="0"/>
              <a:t>xxx</a:t>
            </a:r>
            <a:r>
              <a:rPr lang="zh-CN" altLang="en-US" dirty="0" smtClean="0"/>
              <a:t>试剂；</a:t>
            </a:r>
            <a:endParaRPr lang="en-US" altLang="zh-CN" dirty="0" smtClean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试剂瓶</a:t>
            </a:r>
            <a:r>
              <a:rPr lang="en-US" altLang="zh-CN" dirty="0" smtClean="0"/>
              <a:t>D</a:t>
            </a:r>
            <a:r>
              <a:rPr lang="zh-CN" altLang="en-US" dirty="0" smtClean="0"/>
              <a:t>：     </a:t>
            </a:r>
            <a:r>
              <a:rPr lang="en-US" altLang="zh-CN" dirty="0" smtClean="0"/>
              <a:t>xxx</a:t>
            </a:r>
            <a:r>
              <a:rPr lang="zh-CN" altLang="en-US" dirty="0" smtClean="0"/>
              <a:t>试剂；</a:t>
            </a:r>
            <a:endParaRPr lang="en-US" altLang="zh-CN" dirty="0" smtClean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试剂瓶</a:t>
            </a:r>
            <a:r>
              <a:rPr lang="en-US" altLang="zh-CN" dirty="0" smtClean="0"/>
              <a:t>E</a:t>
            </a:r>
            <a:r>
              <a:rPr lang="zh-CN" altLang="en-US" dirty="0" smtClean="0"/>
              <a:t>：      </a:t>
            </a:r>
            <a:r>
              <a:rPr lang="en-US" altLang="zh-CN" dirty="0" smtClean="0"/>
              <a:t>xxx</a:t>
            </a:r>
            <a:r>
              <a:rPr lang="zh-CN" altLang="en-US" dirty="0" smtClean="0"/>
              <a:t>试剂；</a:t>
            </a:r>
            <a:endParaRPr lang="en-US" altLang="zh-CN" dirty="0" smtClean="0"/>
          </a:p>
          <a:p>
            <a:pPr>
              <a:lnSpc>
                <a:spcPct val="200000"/>
              </a:lnSpc>
            </a:pPr>
            <a:r>
              <a:rPr lang="zh-CN" altLang="en-US" dirty="0" smtClean="0"/>
              <a:t>试剂瓶溶液如更换，则先对管路进行清洗； </a:t>
            </a:r>
            <a:endParaRPr lang="en-US" altLang="zh-CN" dirty="0" smtClean="0"/>
          </a:p>
          <a:p>
            <a:pPr>
              <a:lnSpc>
                <a:spcPct val="200000"/>
              </a:lnSpc>
            </a:pPr>
            <a:r>
              <a:rPr lang="zh-CN" altLang="en-US" dirty="0" smtClean="0"/>
              <a:t>实时显示试剂瓶试剂剩余量；</a:t>
            </a:r>
            <a:endParaRPr lang="en-US" altLang="zh-CN" dirty="0" smtClean="0"/>
          </a:p>
        </p:txBody>
      </p:sp>
      <p:sp>
        <p:nvSpPr>
          <p:cNvPr id="5" name="文本框 4"/>
          <p:cNvSpPr txBox="1"/>
          <p:nvPr/>
        </p:nvSpPr>
        <p:spPr>
          <a:xfrm>
            <a:off x="6571130" y="1163171"/>
            <a:ext cx="52533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其他设备配置参数：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蠕动</a:t>
            </a:r>
            <a:r>
              <a:rPr lang="zh-CN" altLang="en-US" dirty="0" smtClean="0"/>
              <a:t>泵移液速度，五个单独设置；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移液</a:t>
            </a:r>
            <a:r>
              <a:rPr lang="zh-CN" altLang="en-US" dirty="0" smtClean="0"/>
              <a:t>枪移液速度，四通道单独设置；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离心机参数设置；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光学拍照保存路径设置等；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机械</a:t>
            </a:r>
            <a:r>
              <a:rPr lang="zh-CN" altLang="en-US" dirty="0" smtClean="0"/>
              <a:t>臂移动速度设置；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52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V="1">
            <a:off x="190500" y="752475"/>
            <a:ext cx="11801475" cy="0"/>
          </a:xfrm>
          <a:prstGeom prst="line">
            <a:avLst/>
          </a:prstGeom>
          <a:ln w="57150" cmpd="thinThick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90499" y="111857"/>
            <a:ext cx="118014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002060"/>
                </a:solidFill>
              </a:rPr>
              <a:t>实验参数配置</a:t>
            </a:r>
            <a:endParaRPr lang="zh-CN" altLang="en-US" sz="2800" dirty="0">
              <a:solidFill>
                <a:srgbClr val="00206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66825" y="1304925"/>
            <a:ext cx="90874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离心管数量设置 </a:t>
            </a:r>
            <a:r>
              <a:rPr lang="en-US" altLang="zh-CN" dirty="0" smtClean="0"/>
              <a:t>(</a:t>
            </a:r>
            <a:r>
              <a:rPr lang="zh-CN" altLang="en-US" dirty="0" smtClean="0"/>
              <a:t>分离多少管</a:t>
            </a:r>
            <a:r>
              <a:rPr lang="en-US" altLang="zh-CN" dirty="0" smtClean="0"/>
              <a:t>)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初始原液离心管移液</a:t>
            </a:r>
            <a:r>
              <a:rPr lang="zh-CN" altLang="en-US" dirty="0" smtClean="0"/>
              <a:t>体积</a:t>
            </a:r>
            <a:endParaRPr lang="en-US" altLang="zh-CN" dirty="0" smtClean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离心</a:t>
            </a:r>
            <a:r>
              <a:rPr lang="zh-CN" altLang="en-US" dirty="0" smtClean="0"/>
              <a:t>管水浴温度设置</a:t>
            </a:r>
            <a:endParaRPr lang="en-US" altLang="zh-CN" dirty="0" smtClean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试剂</a:t>
            </a:r>
            <a:r>
              <a:rPr lang="en-US" altLang="zh-CN" dirty="0" smtClean="0"/>
              <a:t>A</a:t>
            </a:r>
            <a:r>
              <a:rPr lang="zh-CN" altLang="en-US" dirty="0" smtClean="0"/>
              <a:t>加液配置</a:t>
            </a:r>
            <a:endParaRPr lang="en-US" altLang="zh-CN" dirty="0" smtClean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试剂</a:t>
            </a:r>
            <a:r>
              <a:rPr lang="en-US" altLang="zh-CN" dirty="0" smtClean="0"/>
              <a:t>B</a:t>
            </a:r>
            <a:r>
              <a:rPr lang="zh-CN" altLang="en-US" dirty="0"/>
              <a:t>加液</a:t>
            </a:r>
            <a:r>
              <a:rPr lang="zh-CN" altLang="en-US" dirty="0" smtClean="0"/>
              <a:t>配置</a:t>
            </a:r>
            <a:endParaRPr lang="en-US" altLang="zh-CN" dirty="0" smtClean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试剂</a:t>
            </a:r>
            <a:r>
              <a:rPr lang="en-US" altLang="zh-CN" dirty="0" smtClean="0"/>
              <a:t>C</a:t>
            </a:r>
            <a:r>
              <a:rPr lang="zh-CN" altLang="en-US" dirty="0"/>
              <a:t>加液</a:t>
            </a:r>
            <a:r>
              <a:rPr lang="zh-CN" altLang="en-US" dirty="0" smtClean="0"/>
              <a:t>配置</a:t>
            </a:r>
            <a:endParaRPr lang="en-US" altLang="zh-CN" dirty="0" smtClean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试剂</a:t>
            </a:r>
            <a:r>
              <a:rPr lang="en-US" altLang="zh-CN" dirty="0" smtClean="0"/>
              <a:t>D</a:t>
            </a:r>
            <a:r>
              <a:rPr lang="zh-CN" altLang="en-US" dirty="0"/>
              <a:t>加液</a:t>
            </a:r>
            <a:r>
              <a:rPr lang="zh-CN" altLang="en-US" dirty="0" smtClean="0"/>
              <a:t>配置</a:t>
            </a:r>
            <a:endParaRPr lang="en-US" altLang="zh-CN" dirty="0" smtClean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试剂</a:t>
            </a:r>
            <a:r>
              <a:rPr lang="en-US" altLang="zh-CN" dirty="0" smtClean="0"/>
              <a:t>E</a:t>
            </a:r>
            <a:r>
              <a:rPr lang="zh-CN" altLang="en-US" dirty="0"/>
              <a:t>加液</a:t>
            </a:r>
            <a:r>
              <a:rPr lang="zh-CN" altLang="en-US" dirty="0" smtClean="0"/>
              <a:t>配置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9368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V="1">
            <a:off x="190500" y="752475"/>
            <a:ext cx="11801475" cy="0"/>
          </a:xfrm>
          <a:prstGeom prst="line">
            <a:avLst/>
          </a:prstGeom>
          <a:ln w="57150" cmpd="thinThick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90499" y="111857"/>
            <a:ext cx="118014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002060"/>
                </a:solidFill>
              </a:rPr>
              <a:t>补料、清理废弃耗材、废液</a:t>
            </a:r>
            <a:endParaRPr lang="zh-CN" altLang="en-US" sz="2800" dirty="0">
              <a:solidFill>
                <a:srgbClr val="00206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8430" y="1035439"/>
            <a:ext cx="6124576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200"/>
              </a:spcAft>
            </a:pPr>
            <a:r>
              <a:rPr lang="zh-CN" altLang="en-US" dirty="0" smtClean="0"/>
              <a:t>自动补料设置：</a:t>
            </a:r>
            <a:endParaRPr lang="en-US" altLang="zh-CN" dirty="0" smtClean="0"/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/>
              <a:t>自动计算离心管架剩余数量，在主页面上实时显示，实验开始前，自动计算离心管架数量是否充足，不足弹出警告；</a:t>
            </a:r>
            <a:endParaRPr lang="en-US" altLang="zh-CN" dirty="0" smtClean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图形化编号显示耗材状态，包括离心管架、吸头盒等。</a:t>
            </a:r>
            <a:endParaRPr lang="en-US" altLang="zh-CN" dirty="0" smtClean="0"/>
          </a:p>
        </p:txBody>
      </p:sp>
      <p:sp>
        <p:nvSpPr>
          <p:cNvPr id="5" name="文本框 4"/>
          <p:cNvSpPr txBox="1"/>
          <p:nvPr/>
        </p:nvSpPr>
        <p:spPr>
          <a:xfrm>
            <a:off x="668429" y="3796003"/>
            <a:ext cx="6431617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dirty="0" smtClean="0"/>
              <a:t>废弃耗材清理设置：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自动记录移液枪吸头使用情况，依次使用，移液枪吸头数量不足时，自动进行更换；</a:t>
            </a:r>
            <a:endParaRPr lang="en-US" altLang="zh-CN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自动记录废吸头数量、废液体积等，每</a:t>
            </a:r>
            <a:r>
              <a:rPr lang="en-US" altLang="zh-CN" dirty="0" smtClean="0"/>
              <a:t>1000</a:t>
            </a:r>
            <a:r>
              <a:rPr lang="zh-CN" altLang="en-US" dirty="0" smtClean="0"/>
              <a:t>吸头数量控制进行废吸头处理，每</a:t>
            </a:r>
            <a:r>
              <a:rPr lang="en-US" altLang="zh-CN" dirty="0" smtClean="0"/>
              <a:t>5L</a:t>
            </a:r>
            <a:r>
              <a:rPr lang="zh-CN" altLang="en-US" dirty="0" smtClean="0"/>
              <a:t>废液体积，自动控制进行废液处理；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145588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1019176" y="2038350"/>
            <a:ext cx="5457826" cy="3790950"/>
            <a:chOff x="1047751" y="2266950"/>
            <a:chExt cx="5457826" cy="3790950"/>
          </a:xfrm>
        </p:grpSpPr>
        <p:sp>
          <p:nvSpPr>
            <p:cNvPr id="2" name="矩形 1"/>
            <p:cNvSpPr/>
            <p:nvPr/>
          </p:nvSpPr>
          <p:spPr>
            <a:xfrm>
              <a:off x="1047751" y="2266951"/>
              <a:ext cx="742950" cy="4571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 smtClean="0"/>
                <a:t>2025.06.04 </a:t>
              </a:r>
              <a:r>
                <a:rPr lang="zh-CN" altLang="en-US" sz="900" dirty="0" smtClean="0"/>
                <a:t>实验系列</a:t>
              </a:r>
              <a:r>
                <a:rPr lang="en-US" altLang="zh-CN" sz="900" dirty="0" smtClean="0"/>
                <a:t>1</a:t>
              </a:r>
              <a:endParaRPr lang="zh-CN" altLang="en-US" sz="900" dirty="0"/>
            </a:p>
          </p:txBody>
        </p:sp>
        <p:sp>
          <p:nvSpPr>
            <p:cNvPr id="3" name="矩形 2"/>
            <p:cNvSpPr/>
            <p:nvPr/>
          </p:nvSpPr>
          <p:spPr>
            <a:xfrm>
              <a:off x="1990726" y="2266950"/>
              <a:ext cx="742950" cy="4571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2933701" y="2266950"/>
              <a:ext cx="742950" cy="4571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876676" y="2266950"/>
              <a:ext cx="742950" cy="4571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819651" y="2266950"/>
              <a:ext cx="742950" cy="4571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762627" y="2266950"/>
              <a:ext cx="742950" cy="4571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047751" y="2933701"/>
              <a:ext cx="742950" cy="4571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990726" y="2933700"/>
              <a:ext cx="742950" cy="4571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933701" y="2933700"/>
              <a:ext cx="742950" cy="4571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876676" y="2933700"/>
              <a:ext cx="742950" cy="4571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4819651" y="2933700"/>
              <a:ext cx="742950" cy="4571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5762627" y="2933700"/>
              <a:ext cx="742950" cy="4571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047751" y="3600451"/>
              <a:ext cx="742950" cy="4571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990726" y="3600450"/>
              <a:ext cx="742950" cy="4571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2933701" y="360045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3876676" y="360045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4819651" y="360045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5762627" y="360045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047751" y="4267201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990726" y="426720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2933701" y="426720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3876676" y="426720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4819651" y="426720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5762627" y="426720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1047751" y="4933951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1990726" y="493395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2933701" y="493395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3876676" y="493395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4819651" y="493395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5762627" y="493395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1047751" y="5600701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990726" y="560070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2933701" y="560070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3876676" y="560070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819651" y="560070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5762627" y="5600700"/>
              <a:ext cx="742950" cy="45719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342899" y="918685"/>
            <a:ext cx="11001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取样：取分离完的离心管架 </a:t>
            </a:r>
            <a:r>
              <a:rPr lang="en-US" altLang="zh-CN" b="1" dirty="0" smtClean="0"/>
              <a:t>(</a:t>
            </a:r>
            <a:r>
              <a:rPr lang="zh-CN" altLang="en-US" b="1" dirty="0" smtClean="0"/>
              <a:t>每个离心管架为一个单位</a:t>
            </a:r>
            <a:r>
              <a:rPr lang="en-US" altLang="zh-CN" b="1" dirty="0" smtClean="0"/>
              <a:t>) </a:t>
            </a:r>
            <a:r>
              <a:rPr lang="zh-CN" altLang="en-US" b="1" dirty="0" smtClean="0"/>
              <a:t>至洁净室物品递送窗口载台上，取样品做下一步分析</a:t>
            </a:r>
            <a:endParaRPr lang="zh-CN" altLang="en-US" b="1" dirty="0"/>
          </a:p>
        </p:txBody>
      </p:sp>
      <p:sp>
        <p:nvSpPr>
          <p:cNvPr id="40" name="文本框 39"/>
          <p:cNvSpPr txBox="1"/>
          <p:nvPr/>
        </p:nvSpPr>
        <p:spPr>
          <a:xfrm>
            <a:off x="7000874" y="1855234"/>
            <a:ext cx="4876801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/>
              <a:t>软件做图形化界面，按实际硬件分网格，蓝色为有样品，橘红色为无样品，有样品格上标注样品信息；</a:t>
            </a:r>
            <a:endParaRPr lang="en-US" altLang="zh-CN" dirty="0" smtClean="0"/>
          </a:p>
          <a:p>
            <a:pPr marL="285750" indent="-285750" algn="just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/>
              <a:t>点击样品格可完成选择，选择完毕后，按确定，执行取样品，取走后，蓝色变橘红色；</a:t>
            </a:r>
            <a:endParaRPr lang="en-US" altLang="zh-CN" dirty="0" smtClean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分离</a:t>
            </a:r>
            <a:r>
              <a:rPr lang="zh-CN" altLang="en-US" dirty="0" smtClean="0"/>
              <a:t>完的样品自动分配空位，自动放置，从左向右、从上向下顺序放置，放置完毕后变蓝并呈现样品信息；</a:t>
            </a:r>
            <a:endParaRPr lang="en-US" altLang="zh-CN" dirty="0" smtClean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/>
              <a:t>实验开始前，自动计算空位，如空位不足，自动报警，先取完样品后再开始实验；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5217320" y="6143626"/>
            <a:ext cx="1033463" cy="2857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确定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cxnSp>
        <p:nvCxnSpPr>
          <p:cNvPr id="45" name="直接连接符 44"/>
          <p:cNvCxnSpPr/>
          <p:nvPr/>
        </p:nvCxnSpPr>
        <p:spPr>
          <a:xfrm flipV="1">
            <a:off x="190500" y="752475"/>
            <a:ext cx="11801475" cy="0"/>
          </a:xfrm>
          <a:prstGeom prst="line">
            <a:avLst/>
          </a:prstGeom>
          <a:ln w="57150" cmpd="thinThick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190499" y="111857"/>
            <a:ext cx="118014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取样</a:t>
            </a:r>
            <a:endParaRPr lang="zh-CN" alt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01271" y="941294"/>
            <a:ext cx="5307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其他想到的继续补充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3673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61075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443</Words>
  <Application>Microsoft Office PowerPoint</Application>
  <PresentationFormat>宽屏</PresentationFormat>
  <Paragraphs>49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微软雅黑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13</cp:revision>
  <dcterms:created xsi:type="dcterms:W3CDTF">2023-08-09T12:44:55Z</dcterms:created>
  <dcterms:modified xsi:type="dcterms:W3CDTF">2025-06-04T07:57:09Z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